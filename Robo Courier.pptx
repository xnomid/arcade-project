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29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95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37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70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81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20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53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31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64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85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4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303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148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834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697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37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0092115-B2FA-47E6-87A4-51FBB450226C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E201E8C-5C21-4EB3-9068-08500492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7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D1F00-8AEB-44B4-A2C6-3569B7E30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Robo Courier: Delivery Protocol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8F0C7A-018A-49FC-A54D-3FB5AEA65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err="1"/>
              <a:t>АвторЫ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 err="1"/>
              <a:t>Вервейко</a:t>
            </a:r>
            <a:r>
              <a:rPr lang="ru-RU" dirty="0"/>
              <a:t> </a:t>
            </a:r>
            <a:r>
              <a:rPr lang="ru-RU" dirty="0" err="1"/>
              <a:t>дмитрий</a:t>
            </a:r>
            <a:r>
              <a:rPr lang="ru-RU" dirty="0"/>
              <a:t>, </a:t>
            </a:r>
            <a:r>
              <a:rPr lang="ru-RU" dirty="0" err="1"/>
              <a:t>шишкин</a:t>
            </a:r>
            <a:r>
              <a:rPr lang="ru-RU" dirty="0"/>
              <a:t> </a:t>
            </a:r>
            <a:r>
              <a:rPr lang="ru-RU" dirty="0" err="1"/>
              <a:t>андрей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547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1075B-0469-43FD-9672-DD917F452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FC6373-ED10-4D12-B8E8-08011B54A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Проект представляет собой 2D компьютерную игру в жанре </a:t>
            </a:r>
            <a:r>
              <a:rPr lang="ru-RU" sz="2400" dirty="0" err="1"/>
              <a:t>платформер</a:t>
            </a:r>
            <a:r>
              <a:rPr lang="ru-RU" sz="2400" dirty="0"/>
              <a:t>, в которой игрок управляет роботом-курьером, доставляющим груз через опасные зоны.</a:t>
            </a:r>
            <a:br>
              <a:rPr lang="ru-RU" sz="2400" dirty="0"/>
            </a:br>
            <a:r>
              <a:rPr lang="ru-RU" sz="2400" dirty="0"/>
              <a:t>Основная идея заключается в том, что игрок должен не только добраться до точки назначения, но и сохранить целостность груза и энергию робота, а также уложиться в ограниченное время доставки.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138523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F9D5F9-155A-466C-9948-75558E30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C88814-C9D7-4B62-A042-49322639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Компьютерные игры являются одним из наиболее наглядных и интересных способов изучения программирования.</a:t>
            </a:r>
            <a:br>
              <a:rPr lang="ru-RU" dirty="0"/>
            </a:br>
            <a:r>
              <a:rPr lang="ru-RU" dirty="0"/>
              <a:t>Разработка игры позволяет на практике применить знания по объектно-ориентированному программированию, работе с графикой, событиями, физикой и файлами.</a:t>
            </a:r>
          </a:p>
          <a:p>
            <a:r>
              <a:rPr lang="ru-RU" dirty="0"/>
              <a:t>Проект актуален в рамках обучения программированию, так как объединяет большинство изученных технологий в одном приложении.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530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D835A-2668-4C4E-BA26-57760BD1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85ED05-C21E-4E71-A6E4-9B34E232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Разработать архитектуру игрового приложения с использованием классов.</a:t>
            </a:r>
          </a:p>
          <a:p>
            <a:r>
              <a:rPr lang="ru-RU" dirty="0"/>
              <a:t>Реализовать управление персонажем и физику движения.</a:t>
            </a:r>
          </a:p>
          <a:p>
            <a:r>
              <a:rPr lang="ru-RU" dirty="0"/>
              <a:t>Создать </a:t>
            </a:r>
            <a:r>
              <a:rPr lang="ru-RU"/>
              <a:t>игровые уровни.</a:t>
            </a:r>
          </a:p>
          <a:p>
            <a:r>
              <a:rPr lang="ru-RU" dirty="0"/>
              <a:t>Реализовать врагов (дронов) и механику стрельбы.</a:t>
            </a:r>
            <a:endParaRPr lang="en-US" dirty="0"/>
          </a:p>
          <a:p>
            <a:r>
              <a:rPr lang="ru-RU" dirty="0"/>
              <a:t>Добавить таймер доставки и систему подсчёта результатов.</a:t>
            </a:r>
            <a:endParaRPr lang="en-US" dirty="0"/>
          </a:p>
          <a:p>
            <a:r>
              <a:rPr lang="ru-RU" dirty="0"/>
              <a:t>Реализовать стартовое и финальное окна игры.</a:t>
            </a:r>
            <a:endParaRPr lang="en-US" dirty="0"/>
          </a:p>
          <a:p>
            <a:r>
              <a:rPr lang="ru-RU" dirty="0"/>
              <a:t>Реализовать сохранение результатов работы игры в текстовый файл.</a:t>
            </a:r>
          </a:p>
        </p:txBody>
      </p:sp>
    </p:spTree>
    <p:extLst>
      <p:ext uri="{BB962C8B-B14F-4D97-AF65-F5344CB8AC3E}">
        <p14:creationId xmlns:p14="http://schemas.microsoft.com/office/powerpoint/2010/main" val="302099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2D35B-743E-4E1E-8E82-332463E3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B20B11-EA31-42C4-961F-16BCE538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стартовое окно</a:t>
            </a:r>
          </a:p>
          <a:p>
            <a:r>
              <a:rPr lang="ru-RU" dirty="0"/>
              <a:t>несколько игровых уровней</a:t>
            </a:r>
          </a:p>
          <a:p>
            <a:r>
              <a:rPr lang="ru-RU" dirty="0"/>
              <a:t>врагов и стрельбу</a:t>
            </a:r>
          </a:p>
          <a:p>
            <a:r>
              <a:rPr lang="ru-RU" dirty="0"/>
              <a:t>таймер доставки</a:t>
            </a:r>
          </a:p>
          <a:p>
            <a:r>
              <a:rPr lang="ru-RU" dirty="0"/>
              <a:t>подсчёт и сохранение результатов</a:t>
            </a:r>
          </a:p>
          <a:p>
            <a:r>
              <a:rPr lang="ru-RU" dirty="0"/>
              <a:t>финальное окно завершения игры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707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BCC3F-CDF5-4DCA-8058-D032BC7D8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дальнейшего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F88417-05DF-47F6-825B-48243A4C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добавление новых типов врагов</a:t>
            </a:r>
          </a:p>
          <a:p>
            <a:r>
              <a:rPr lang="ru-RU" dirty="0"/>
              <a:t>усложнение уровней</a:t>
            </a:r>
          </a:p>
          <a:p>
            <a:r>
              <a:rPr lang="ru-RU" dirty="0"/>
              <a:t>улучшение анимации персонажа</a:t>
            </a:r>
          </a:p>
          <a:p>
            <a:r>
              <a:rPr lang="ru-RU" dirty="0"/>
              <a:t>добавление новых видов груза</a:t>
            </a:r>
          </a:p>
          <a:p>
            <a:r>
              <a:rPr lang="ru-RU" dirty="0"/>
              <a:t>сохранение рекордов нескольких игроков</a:t>
            </a:r>
          </a:p>
        </p:txBody>
      </p:sp>
    </p:spTree>
    <p:extLst>
      <p:ext uri="{BB962C8B-B14F-4D97-AF65-F5344CB8AC3E}">
        <p14:creationId xmlns:p14="http://schemas.microsoft.com/office/powerpoint/2010/main" val="4117402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218</Words>
  <Application>Microsoft Office PowerPoint</Application>
  <PresentationFormat>Широкоэкранный</PresentationFormat>
  <Paragraphs>29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Совет директоров</vt:lpstr>
      <vt:lpstr>Robo Courier: Delivery Protocol</vt:lpstr>
      <vt:lpstr>Идея проекта</vt:lpstr>
      <vt:lpstr>Актуальность проекта</vt:lpstr>
      <vt:lpstr>Задачи проекта</vt:lpstr>
      <vt:lpstr>Используемые технологии</vt:lpstr>
      <vt:lpstr>Возможности дальнейшего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 Courier: Delivery Protocol</dc:title>
  <dc:creator>Начальник</dc:creator>
  <cp:lastModifiedBy>Вервейко Дмитрий</cp:lastModifiedBy>
  <cp:revision>4</cp:revision>
  <dcterms:created xsi:type="dcterms:W3CDTF">2025-12-28T17:58:03Z</dcterms:created>
  <dcterms:modified xsi:type="dcterms:W3CDTF">2026-02-12T20:07:22Z</dcterms:modified>
</cp:coreProperties>
</file>